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 snapToObjects="1">
      <p:cViewPr>
        <p:scale>
          <a:sx n="69" d="100"/>
          <a:sy n="69" d="100"/>
        </p:scale>
        <p:origin x="1148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756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750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17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4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0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6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18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849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70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77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547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7422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743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68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1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88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4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175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691" y="593695"/>
            <a:ext cx="6343672" cy="709865"/>
          </a:xfrm>
        </p:spPr>
        <p:txBody>
          <a:bodyPr/>
          <a:lstStyle/>
          <a:p>
            <a:r>
              <a:rPr lang="en-US" sz="2400" dirty="0" smtClean="0"/>
              <a:t>FAIR-based </a:t>
            </a:r>
            <a:r>
              <a:rPr lang="en-US" sz="2400" dirty="0"/>
              <a:t>Refugee Protection Data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 dirty="0" smtClean="0"/>
              <a:t>FieldLab1</a:t>
            </a:r>
            <a:endParaRPr sz="2000" b="1" dirty="0"/>
          </a:p>
          <a:p>
            <a:endParaRPr dirty="0"/>
          </a:p>
          <a:p>
            <a:r>
              <a:rPr dirty="0"/>
              <a:t>Group Members</a:t>
            </a:r>
            <a:r>
              <a:rPr dirty="0" smtClean="0"/>
              <a:t>:</a:t>
            </a:r>
            <a:endParaRPr lang="en-US" dirty="0" smtClean="0"/>
          </a:p>
          <a:p>
            <a:r>
              <a:rPr lang="en-US" dirty="0" smtClean="0"/>
              <a:t>Muez Haftu Kassa</a:t>
            </a:r>
            <a:endParaRPr dirty="0"/>
          </a:p>
          <a:p>
            <a:r>
              <a:rPr dirty="0" smtClean="0"/>
              <a:t>Ataklti </a:t>
            </a:r>
            <a:r>
              <a:rPr dirty="0"/>
              <a:t>Kidanemariam,</a:t>
            </a:r>
          </a:p>
          <a:p>
            <a:r>
              <a:rPr dirty="0" err="1"/>
              <a:t>Huishi</a:t>
            </a:r>
            <a:r>
              <a:rPr dirty="0"/>
              <a:t> </a:t>
            </a:r>
            <a:r>
              <a:rPr dirty="0" smtClean="0"/>
              <a:t>Wang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                                               11 December 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</a:t>
            </a:r>
          </a:p>
          <a:p>
            <a:r>
              <a:rPr dirty="0"/>
              <a:t>Develop a secure, FAIR-oriented data pipeline to report refugee protection information</a:t>
            </a:r>
            <a:r>
              <a:rPr dirty="0" smtClean="0"/>
              <a:t>.</a:t>
            </a:r>
            <a:endParaRPr dirty="0"/>
          </a:p>
          <a:p>
            <a:r>
              <a:rPr lang="en-US" dirty="0"/>
              <a:t>Developed a </a:t>
            </a:r>
            <a:r>
              <a:rPr lang="en-US" b="1" dirty="0"/>
              <a:t>multilingual UI</a:t>
            </a:r>
            <a:r>
              <a:rPr lang="en-US" dirty="0"/>
              <a:t>, </a:t>
            </a:r>
            <a:r>
              <a:rPr lang="en-US" b="1" dirty="0"/>
              <a:t>ontology-driven data model</a:t>
            </a:r>
            <a:r>
              <a:rPr lang="en-US" dirty="0"/>
              <a:t>, and </a:t>
            </a:r>
            <a:r>
              <a:rPr lang="en-US" b="1" dirty="0"/>
              <a:t>secure ETL pipeline</a:t>
            </a:r>
            <a:r>
              <a:rPr lang="en-US" dirty="0"/>
              <a:t>.</a:t>
            </a:r>
            <a:endParaRPr dirty="0"/>
          </a:p>
          <a:p>
            <a:endParaRPr dirty="0"/>
          </a:p>
          <a:p>
            <a:r>
              <a:rPr dirty="0"/>
              <a:t>• FAIR data architecture </a:t>
            </a:r>
            <a:r>
              <a:rPr dirty="0" smtClean="0"/>
              <a:t>integration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Refugee protection data is often </a:t>
            </a:r>
            <a:r>
              <a:rPr lang="en-US" b="1" dirty="0"/>
              <a:t>fragmented</a:t>
            </a:r>
            <a:r>
              <a:rPr lang="en-US" dirty="0"/>
              <a:t>, inconsistent, or </a:t>
            </a:r>
            <a:r>
              <a:rPr lang="en-US" dirty="0" smtClean="0"/>
              <a:t>insecure</a:t>
            </a:r>
          </a:p>
          <a:p>
            <a:r>
              <a:rPr lang="en-US" dirty="0"/>
              <a:t>Field workers need a </a:t>
            </a:r>
            <a:r>
              <a:rPr lang="en-US" b="1" dirty="0"/>
              <a:t>simple and trusted tool</a:t>
            </a:r>
            <a:r>
              <a:rPr lang="en-US" dirty="0"/>
              <a:t> to report sensitive incidents</a:t>
            </a:r>
            <a:r>
              <a:rPr lang="en-US" dirty="0" smtClean="0"/>
              <a:t>.</a:t>
            </a:r>
          </a:p>
          <a:p>
            <a:r>
              <a:rPr lang="en-US" dirty="0"/>
              <a:t>Existing systems rarely meet </a:t>
            </a:r>
            <a:r>
              <a:rPr lang="en-US" b="1" dirty="0"/>
              <a:t>FAIR, security, and accountability standards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Our project </a:t>
            </a:r>
            <a:r>
              <a:rPr lang="en-US" dirty="0"/>
              <a:t>addresses these challenges with a </a:t>
            </a:r>
            <a:r>
              <a:rPr lang="en-US" b="1" dirty="0"/>
              <a:t>FAIR-compliant, ontology-based reporting workflow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a </a:t>
            </a:r>
            <a:r>
              <a:rPr lang="en-US" b="1" dirty="0"/>
              <a:t>secure, multilingual, user-friendly interface</a:t>
            </a:r>
            <a:r>
              <a:rPr lang="en-US" dirty="0"/>
              <a:t> for field workers</a:t>
            </a:r>
            <a:r>
              <a:rPr dirty="0" smtClean="0"/>
              <a:t>• </a:t>
            </a:r>
            <a:r>
              <a:rPr dirty="0"/>
              <a:t>Personal identifiers</a:t>
            </a:r>
          </a:p>
          <a:p>
            <a:r>
              <a:rPr dirty="0"/>
              <a:t>• </a:t>
            </a:r>
            <a:r>
              <a:rPr lang="en-US" dirty="0"/>
              <a:t>Implement a </a:t>
            </a:r>
            <a:r>
              <a:rPr lang="en-US" b="1" dirty="0"/>
              <a:t>FAIR-based Common Data Model (CDM)</a:t>
            </a:r>
            <a:r>
              <a:rPr lang="en-US" dirty="0"/>
              <a:t> for structured refugee protection data</a:t>
            </a:r>
            <a:r>
              <a:rPr lang="en-US" dirty="0" smtClean="0"/>
              <a:t>.</a:t>
            </a:r>
            <a:endParaRPr dirty="0"/>
          </a:p>
          <a:p>
            <a:r>
              <a:rPr lang="en-US" dirty="0"/>
              <a:t>Build an </a:t>
            </a:r>
            <a:r>
              <a:rPr lang="en-US" b="1" dirty="0"/>
              <a:t>ETL pipeline</a:t>
            </a:r>
            <a:r>
              <a:rPr lang="en-US" dirty="0"/>
              <a:t> to transform form inputs into RDF triples</a:t>
            </a:r>
            <a:endParaRPr dirty="0"/>
          </a:p>
          <a:p>
            <a:r>
              <a:rPr lang="en-US" dirty="0"/>
              <a:t>Store and query data using </a:t>
            </a:r>
            <a:r>
              <a:rPr lang="en-US" b="1" dirty="0"/>
              <a:t>AllegroGraph</a:t>
            </a:r>
            <a:r>
              <a:rPr lang="en-US" dirty="0"/>
              <a:t> with SPARQL </a:t>
            </a:r>
            <a:r>
              <a:rPr lang="en-US" dirty="0" smtClean="0"/>
              <a:t>endpoints</a:t>
            </a:r>
          </a:p>
          <a:p>
            <a:r>
              <a:rPr lang="en-US" dirty="0"/>
              <a:t>Enable role-based viewing of cases to respect </a:t>
            </a:r>
            <a:r>
              <a:rPr lang="en-US" b="1" dirty="0"/>
              <a:t>data sensitivity &amp; access rules</a:t>
            </a:r>
            <a:r>
              <a:rPr lang="en-US" dirty="0"/>
              <a:t>.</a:t>
            </a:r>
            <a:endParaRPr lang="en-US" dirty="0" smtClean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System </a:t>
            </a:r>
            <a:r>
              <a:rPr lang="en-US" sz="3600" dirty="0" smtClean="0"/>
              <a:t>Architecture Overview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6573" y="1350961"/>
            <a:ext cx="6711654" cy="4195481"/>
          </a:xfrm>
        </p:spPr>
        <p:txBody>
          <a:bodyPr>
            <a:normAutofit/>
          </a:bodyPr>
          <a:lstStyle/>
          <a:p>
            <a:r>
              <a:rPr lang="en-US" b="1" dirty="0"/>
              <a:t>Frontend:</a:t>
            </a:r>
            <a:r>
              <a:rPr lang="en-US" dirty="0"/>
              <a:t> Streamlit-based multilingual UI (English, </a:t>
            </a:r>
            <a:r>
              <a:rPr lang="en-US" dirty="0" smtClean="0"/>
              <a:t>Amharic)</a:t>
            </a:r>
            <a:endParaRPr dirty="0"/>
          </a:p>
          <a:p>
            <a:r>
              <a:rPr lang="en-US" b="1" dirty="0"/>
              <a:t>Backend Logic:</a:t>
            </a:r>
            <a:r>
              <a:rPr lang="en-US" dirty="0"/>
              <a:t> Python scripts handle validation, transformation, and secure form submission</a:t>
            </a:r>
            <a:endParaRPr dirty="0"/>
          </a:p>
          <a:p>
            <a:r>
              <a:rPr lang="en-US" b="1" dirty="0"/>
              <a:t>ETL Layer: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Converts user form inputs → CDM-compliant RDF </a:t>
            </a:r>
            <a:r>
              <a:rPr lang="en-US" dirty="0" smtClean="0"/>
              <a:t>triples. And uses </a:t>
            </a:r>
            <a:r>
              <a:rPr lang="en-US" dirty="0"/>
              <a:t>Python + rdflib to generate valid Turtle </a:t>
            </a:r>
            <a:r>
              <a:rPr lang="en-US" dirty="0" smtClean="0"/>
              <a:t>files</a:t>
            </a:r>
          </a:p>
          <a:p>
            <a:pPr>
              <a:buFontTx/>
              <a:buChar char="-"/>
            </a:pPr>
            <a:r>
              <a:rPr lang="en-US" dirty="0" smtClean="0"/>
              <a:t>Triple Store&gt;&gt; Allegograph cloud repository</a:t>
            </a:r>
          </a:p>
          <a:p>
            <a:pPr>
              <a:buFontTx/>
              <a:buChar char="-"/>
            </a:pPr>
            <a:r>
              <a:rPr lang="en-US" dirty="0" smtClean="0"/>
              <a:t>SPARQL engine&gt;&gt;live queries integrated to the UI</a:t>
            </a:r>
          </a:p>
          <a:p>
            <a:pPr marL="0" indent="0">
              <a:buNone/>
            </a:pPr>
            <a:endParaRPr lang="en-US" dirty="0" smtClean="0"/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User Interface Features(Streamlit App)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646525"/>
            <a:ext cx="6711654" cy="4195481"/>
          </a:xfrm>
        </p:spPr>
        <p:txBody>
          <a:bodyPr/>
          <a:lstStyle/>
          <a:p>
            <a:r>
              <a:rPr lang="en-US" dirty="0"/>
              <a:t>Structured, Easy-to-Use Reporting Form</a:t>
            </a:r>
            <a:endParaRPr dirty="0"/>
          </a:p>
          <a:p>
            <a:r>
              <a:rPr lang="en-US" dirty="0"/>
              <a:t>Multilingual </a:t>
            </a:r>
            <a:r>
              <a:rPr lang="en-US" dirty="0" smtClean="0"/>
              <a:t>Support(English and </a:t>
            </a:r>
            <a:r>
              <a:rPr lang="en-US" dirty="0" err="1" smtClean="0"/>
              <a:t>amharic</a:t>
            </a:r>
            <a:r>
              <a:rPr lang="en-US" dirty="0" smtClean="0"/>
              <a:t>)</a:t>
            </a:r>
            <a:endParaRPr dirty="0"/>
          </a:p>
          <a:p>
            <a:r>
              <a:rPr lang="en-US" dirty="0"/>
              <a:t>Role-Based </a:t>
            </a:r>
            <a:r>
              <a:rPr lang="en-US" dirty="0" smtClean="0"/>
              <a:t>Access (Admin, Field worker, sector officer)</a:t>
            </a:r>
            <a:endParaRPr dirty="0"/>
          </a:p>
          <a:p>
            <a:r>
              <a:rPr dirty="0"/>
              <a:t>• </a:t>
            </a:r>
            <a:r>
              <a:rPr lang="en-US" dirty="0"/>
              <a:t>Case Viewer &amp; </a:t>
            </a:r>
            <a:r>
              <a:rPr lang="en-US" dirty="0" smtClean="0"/>
              <a:t>Filters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- search by  </a:t>
            </a:r>
            <a:r>
              <a:rPr lang="en-US" dirty="0" err="1" smtClean="0"/>
              <a:t>coutry</a:t>
            </a:r>
            <a:r>
              <a:rPr lang="en-US" dirty="0" smtClean="0"/>
              <a:t>, event type and sensitivity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Local Data Storage &amp; Management (SQLite)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664" y="1628052"/>
            <a:ext cx="6711654" cy="4195481"/>
          </a:xfrm>
        </p:spPr>
        <p:txBody>
          <a:bodyPr/>
          <a:lstStyle/>
          <a:p>
            <a:r>
              <a:rPr lang="en-US" dirty="0"/>
              <a:t>Secure Local Database (</a:t>
            </a:r>
            <a:r>
              <a:rPr lang="en-US" dirty="0" smtClean="0"/>
              <a:t>SQLite offline)</a:t>
            </a:r>
            <a:endParaRPr dirty="0"/>
          </a:p>
          <a:p>
            <a:r>
              <a:rPr lang="en-US" dirty="0"/>
              <a:t>Structured Case </a:t>
            </a:r>
            <a:r>
              <a:rPr lang="en-US" dirty="0" smtClean="0"/>
              <a:t>Table(with different attributes)</a:t>
            </a:r>
            <a:endParaRPr dirty="0"/>
          </a:p>
          <a:p>
            <a:endParaRPr dirty="0"/>
          </a:p>
          <a:p>
            <a:r>
              <a:rPr lang="en-US" dirty="0"/>
              <a:t>Auto-Generated </a:t>
            </a:r>
            <a:r>
              <a:rPr lang="en-US" dirty="0" smtClean="0"/>
              <a:t>IDs</a:t>
            </a:r>
          </a:p>
          <a:p>
            <a:r>
              <a:rPr lang="en-US" dirty="0"/>
              <a:t>Safe Access </a:t>
            </a:r>
            <a:r>
              <a:rPr lang="en-US" dirty="0" smtClean="0"/>
              <a:t>Rules (sensitive cases hidden from non authorized roles)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RDF Conversion &amp; FAIR ETL Pipeline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387907"/>
            <a:ext cx="6711654" cy="4195481"/>
          </a:xfrm>
        </p:spPr>
        <p:txBody>
          <a:bodyPr/>
          <a:lstStyle/>
          <a:p>
            <a:r>
              <a:rPr lang="en-US" dirty="0"/>
              <a:t>Automatic RDF Generation (Turtle </a:t>
            </a:r>
            <a:r>
              <a:rPr lang="en-US" dirty="0" smtClean="0"/>
              <a:t>Format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lang="en-US" sz="1800" dirty="0"/>
              <a:t>-  Every case (or filtered dataset) can be exported as </a:t>
            </a:r>
            <a:r>
              <a:rPr lang="en-US" sz="1800" b="1" dirty="0"/>
              <a:t>RDF/Turtle</a:t>
            </a:r>
            <a:endParaRPr sz="1800" dirty="0" smtClean="0"/>
          </a:p>
          <a:p>
            <a:r>
              <a:rPr lang="en-US" dirty="0"/>
              <a:t>Ontology-Driven </a:t>
            </a:r>
            <a:r>
              <a:rPr lang="en-US" dirty="0" smtClean="0"/>
              <a:t>Mapping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- </a:t>
            </a:r>
            <a:r>
              <a:rPr lang="en-US" sz="1800" dirty="0" smtClean="0"/>
              <a:t>supports fair principles</a:t>
            </a:r>
            <a:r>
              <a:rPr lang="en-US" sz="1800" dirty="0" smtClean="0"/>
              <a:t>( interoperable, reusable </a:t>
            </a:r>
            <a:r>
              <a:rPr lang="en-US" sz="1800" dirty="0" smtClean="0"/>
              <a:t>and finable)</a:t>
            </a:r>
            <a:endParaRPr sz="1800" dirty="0"/>
          </a:p>
          <a:p>
            <a:endParaRPr dirty="0"/>
          </a:p>
          <a:p>
            <a:r>
              <a:rPr lang="en-US" dirty="0"/>
              <a:t>ETL </a:t>
            </a:r>
            <a:r>
              <a:rPr lang="en-US" dirty="0" smtClean="0"/>
              <a:t>Flow – extract from SQLite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- convert it into RDF triples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- load it into Allegograph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Integration With AllegroGraph Triple Store (Cloud)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846464"/>
            <a:ext cx="6711654" cy="4195481"/>
          </a:xfrm>
        </p:spPr>
        <p:txBody>
          <a:bodyPr/>
          <a:lstStyle/>
          <a:p>
            <a:r>
              <a:rPr lang="en-US" dirty="0"/>
              <a:t>Cloud Repository </a:t>
            </a:r>
            <a:r>
              <a:rPr lang="en-US" dirty="0" smtClean="0"/>
              <a:t>Setup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</a:t>
            </a:r>
            <a:r>
              <a:rPr lang="en-US" dirty="0"/>
              <a:t>- </a:t>
            </a:r>
            <a:r>
              <a:rPr lang="en-US" sz="1600" dirty="0"/>
              <a:t>Repository created on </a:t>
            </a:r>
            <a:r>
              <a:rPr lang="en-US" sz="1600" b="1" dirty="0"/>
              <a:t>AllegroGraph </a:t>
            </a:r>
            <a:r>
              <a:rPr lang="en-US" sz="1600" b="1" dirty="0" smtClean="0"/>
              <a:t>Cloud</a:t>
            </a:r>
          </a:p>
          <a:p>
            <a:pPr marL="0" indent="0">
              <a:buNone/>
            </a:pPr>
            <a:r>
              <a:rPr lang="en-US" sz="1600" b="1" dirty="0"/>
              <a:t> </a:t>
            </a:r>
            <a:r>
              <a:rPr lang="en-US" sz="1600" b="1" dirty="0" smtClean="0"/>
              <a:t>            - </a:t>
            </a:r>
            <a:r>
              <a:rPr lang="en-US" sz="1600" dirty="0"/>
              <a:t>Supports HTTP SPARQL endpoint + WebView UI</a:t>
            </a:r>
            <a:endParaRPr sz="1600" dirty="0" smtClean="0"/>
          </a:p>
          <a:p>
            <a:r>
              <a:rPr lang="en-US" dirty="0"/>
              <a:t>Secure Upload From the </a:t>
            </a:r>
            <a:r>
              <a:rPr lang="en-US" dirty="0" smtClean="0"/>
              <a:t>Application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- </a:t>
            </a:r>
            <a:r>
              <a:rPr lang="en-US" sz="1600" dirty="0"/>
              <a:t>Admin users can press </a:t>
            </a:r>
            <a:r>
              <a:rPr lang="en-US" sz="1600" b="1" dirty="0"/>
              <a:t>“Upload RDF to AllegroGraph”</a:t>
            </a:r>
            <a:r>
              <a:rPr lang="en-US" sz="1600" dirty="0"/>
              <a:t> in the </a:t>
            </a:r>
            <a:r>
              <a:rPr lang="en-US" sz="1600" dirty="0" smtClean="0"/>
              <a:t>UI</a:t>
            </a:r>
          </a:p>
          <a:p>
            <a:r>
              <a:rPr lang="en-US" dirty="0"/>
              <a:t>SPARQL Endpoint </a:t>
            </a:r>
            <a:r>
              <a:rPr lang="en-US" dirty="0" smtClean="0"/>
              <a:t>Exposure </a:t>
            </a:r>
          </a:p>
          <a:p>
            <a:pPr marL="0" indent="0">
              <a:buNone/>
            </a:pPr>
            <a:r>
              <a:rPr lang="en-US" dirty="0"/>
              <a:t>  - </a:t>
            </a:r>
            <a:r>
              <a:rPr lang="en-US" sz="1600" dirty="0"/>
              <a:t>Automatically provides an FDP-ready SPARQL URL</a:t>
            </a:r>
            <a:endParaRPr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What We Achieved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045" y="1350961"/>
            <a:ext cx="6711654" cy="4195481"/>
          </a:xfrm>
        </p:spPr>
        <p:txBody>
          <a:bodyPr/>
          <a:lstStyle/>
          <a:p>
            <a:r>
              <a:rPr lang="en-US" b="1" dirty="0"/>
              <a:t>fully working reporting application</a:t>
            </a:r>
            <a:r>
              <a:rPr lang="en-US" dirty="0"/>
              <a:t> for refugee protection data</a:t>
            </a:r>
            <a:endParaRPr dirty="0"/>
          </a:p>
          <a:p>
            <a:r>
              <a:rPr lang="en-US" b="1" dirty="0"/>
              <a:t>bilingual user interface</a:t>
            </a:r>
            <a:r>
              <a:rPr lang="en-US" dirty="0"/>
              <a:t> (English + Amharic)</a:t>
            </a:r>
            <a:endParaRPr dirty="0"/>
          </a:p>
          <a:p>
            <a:r>
              <a:rPr lang="en-US" dirty="0"/>
              <a:t>Implemented </a:t>
            </a:r>
            <a:r>
              <a:rPr lang="en-US" b="1" dirty="0"/>
              <a:t>secure local storage (SQLite)</a:t>
            </a:r>
            <a:endParaRPr dirty="0"/>
          </a:p>
          <a:p>
            <a:r>
              <a:rPr lang="en-US" dirty="0"/>
              <a:t>Produced </a:t>
            </a:r>
            <a:r>
              <a:rPr lang="en-US" b="1" dirty="0"/>
              <a:t>RDF knowledge graph output</a:t>
            </a:r>
            <a:r>
              <a:rPr lang="en-US" dirty="0"/>
              <a:t> using </a:t>
            </a:r>
            <a:r>
              <a:rPr lang="en-US" dirty="0" err="1"/>
              <a:t>FieldLab</a:t>
            </a:r>
            <a:r>
              <a:rPr lang="en-US" dirty="0"/>
              <a:t> CDM</a:t>
            </a:r>
            <a:endParaRPr dirty="0" smtClean="0"/>
          </a:p>
          <a:p>
            <a:r>
              <a:rPr lang="en-US" dirty="0"/>
              <a:t>Integrated with </a:t>
            </a:r>
            <a:r>
              <a:rPr lang="en-US" b="1" dirty="0"/>
              <a:t>AllegroGraph Cloud triple </a:t>
            </a:r>
            <a:r>
              <a:rPr lang="en-US" b="1" dirty="0" smtClean="0"/>
              <a:t>store</a:t>
            </a:r>
          </a:p>
          <a:p>
            <a:r>
              <a:rPr lang="en-US" dirty="0"/>
              <a:t>FAIR-by-Design </a:t>
            </a:r>
            <a:r>
              <a:rPr lang="en-US" dirty="0" smtClean="0"/>
              <a:t>Accomplishment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Future Work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34089"/>
            <a:ext cx="6711654" cy="4195481"/>
          </a:xfrm>
        </p:spPr>
        <p:txBody>
          <a:bodyPr/>
          <a:lstStyle/>
          <a:p>
            <a:r>
              <a:rPr lang="en-US" dirty="0"/>
              <a:t>Improve Amharic translation across all UI labels</a:t>
            </a:r>
            <a:endParaRPr dirty="0"/>
          </a:p>
          <a:p>
            <a:r>
              <a:rPr lang="en-US" dirty="0"/>
              <a:t>Add mobile-friendly interface for field workers.</a:t>
            </a:r>
            <a:endParaRPr dirty="0" smtClean="0"/>
          </a:p>
          <a:p>
            <a:r>
              <a:rPr lang="en-US" dirty="0"/>
              <a:t>Add more analytics dashboards (maps, timelines, risk indicators).</a:t>
            </a:r>
            <a:endParaRPr dirty="0" smtClean="0"/>
          </a:p>
          <a:p>
            <a:r>
              <a:rPr lang="en-US" dirty="0"/>
              <a:t>Strengthen authentication &amp; encrypted report </a:t>
            </a:r>
            <a:r>
              <a:rPr lang="en-US" dirty="0" smtClean="0"/>
              <a:t>transmission</a:t>
            </a:r>
            <a:endParaRPr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Output screenshots </a:t>
            </a:r>
            <a:endParaRPr sz="32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61" y="1265382"/>
            <a:ext cx="7970748" cy="4895273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55" y="905164"/>
            <a:ext cx="8312727" cy="5551054"/>
          </a:xfrm>
        </p:spPr>
      </p:pic>
    </p:spTree>
    <p:extLst>
      <p:ext uri="{BB962C8B-B14F-4D97-AF65-F5344CB8AC3E}">
        <p14:creationId xmlns:p14="http://schemas.microsoft.com/office/powerpoint/2010/main" val="53406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55" y="738909"/>
            <a:ext cx="8081818" cy="5105298"/>
          </a:xfrm>
        </p:spPr>
      </p:pic>
    </p:spTree>
    <p:extLst>
      <p:ext uri="{BB962C8B-B14F-4D97-AF65-F5344CB8AC3E}">
        <p14:creationId xmlns:p14="http://schemas.microsoft.com/office/powerpoint/2010/main" val="2781076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088" y="1126836"/>
            <a:ext cx="6711950" cy="4673600"/>
          </a:xfrm>
        </p:spPr>
      </p:pic>
    </p:spTree>
    <p:extLst>
      <p:ext uri="{BB962C8B-B14F-4D97-AF65-F5344CB8AC3E}">
        <p14:creationId xmlns:p14="http://schemas.microsoft.com/office/powerpoint/2010/main" val="491608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291" y="895927"/>
            <a:ext cx="7629235" cy="4987637"/>
          </a:xfrm>
        </p:spPr>
      </p:pic>
    </p:spTree>
    <p:extLst>
      <p:ext uri="{BB962C8B-B14F-4D97-AF65-F5344CB8AC3E}">
        <p14:creationId xmlns:p14="http://schemas.microsoft.com/office/powerpoint/2010/main" val="3581836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5154" y="2810307"/>
            <a:ext cx="6711654" cy="4195481"/>
          </a:xfrm>
        </p:spPr>
        <p:txBody>
          <a:bodyPr>
            <a:normAutofit/>
          </a:bodyPr>
          <a:lstStyle/>
          <a:p>
            <a:r>
              <a:rPr lang="en-US" sz="6000" dirty="0" smtClean="0"/>
              <a:t>Thank you!!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9929908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8238</TotalTime>
  <Words>510</Words>
  <Application>Microsoft Office PowerPoint</Application>
  <PresentationFormat>On-screen Show (4:3)</PresentationFormat>
  <Paragraphs>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FAIR-based Refugee Protection Data Systems</vt:lpstr>
      <vt:lpstr>Project Overview</vt:lpstr>
      <vt:lpstr>Problem Statement</vt:lpstr>
      <vt:lpstr>Project Objectives</vt:lpstr>
      <vt:lpstr>System Architecture Overview</vt:lpstr>
      <vt:lpstr>User Interface Features(Streamlit App)</vt:lpstr>
      <vt:lpstr>Local Data Storage &amp; Management (SQLite)</vt:lpstr>
      <vt:lpstr>RDF Conversion &amp; FAIR ETL Pipeline</vt:lpstr>
      <vt:lpstr>Integration With AllegroGraph Triple Store (Cloud)</vt:lpstr>
      <vt:lpstr>What We Achieved</vt:lpstr>
      <vt:lpstr>Future Work</vt:lpstr>
      <vt:lpstr>Output screenshots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Considerations and Integration of Pipeline</dc:title>
  <dc:subject/>
  <dc:creator>Muez</dc:creator>
  <cp:keywords/>
  <dc:description>generated using python-pptx</dc:description>
  <cp:lastModifiedBy>Muez</cp:lastModifiedBy>
  <cp:revision>21</cp:revision>
  <dcterms:created xsi:type="dcterms:W3CDTF">2013-01-27T09:14:16Z</dcterms:created>
  <dcterms:modified xsi:type="dcterms:W3CDTF">2025-12-11T10:46:28Z</dcterms:modified>
  <cp:category/>
</cp:coreProperties>
</file>